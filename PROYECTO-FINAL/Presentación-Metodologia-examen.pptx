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57" r:id="rId4"/>
    <p:sldId id="260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3042"/>
    <a:srgbClr val="33343C"/>
    <a:srgbClr val="F2F2F2"/>
    <a:srgbClr val="7EB0C7"/>
    <a:srgbClr val="FAE9E6"/>
    <a:srgbClr val="F9E8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B38178-3BFD-4F05-8533-D9A8B6F34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3E40EB-7CCC-4478-A189-51FF6E7DC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665E3C-9416-498F-81F2-444E0E03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90323-95C8-4913-AE20-84FEDC0E9FBF}" type="datetimeFigureOut">
              <a:rPr lang="es-AR" smtClean="0"/>
              <a:t>30/5/2025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1AE53D-29B7-496A-BF25-EC4B4D9D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744BCF-6A7D-4926-A834-DF4C5B38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EA7D-475F-4A74-8E53-36DD6A4078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188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F4142-3CC4-49AF-B1AC-07EC580E5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CD5548-6519-44E0-B236-3D329FEA3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04741D-6AB2-4F8E-83BB-F04DA1DC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90323-95C8-4913-AE20-84FEDC0E9FBF}" type="datetimeFigureOut">
              <a:rPr lang="es-AR" smtClean="0"/>
              <a:t>30/5/2025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017FD8-19D6-4A89-905E-0D30E2A04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FD9F0F-E1C4-4C02-9D17-9C3E77CD6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EA7D-475F-4A74-8E53-36DD6A4078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5959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3214B8-DC9A-4FFA-BEFB-A1E84CFB9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1AEAEF-10E0-454C-BC42-93BA54AC1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FEBA9B-96A0-4A1C-A5F4-4F9CDD45B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90323-95C8-4913-AE20-84FEDC0E9FBF}" type="datetimeFigureOut">
              <a:rPr lang="es-AR" smtClean="0"/>
              <a:t>30/5/2025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42F4EA-3EC4-4E63-B852-82988C5F3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936458-6D11-45FF-963D-1D392BAA8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EA7D-475F-4A74-8E53-36DD6A4078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49971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9F8C8-E4E2-4917-A95A-39C98C48D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C987F8-F481-46D9-9BB6-E14DFECB4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A6D99B-06FC-474A-ACF7-3D45922E5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6107E2-18A8-4E1F-9953-0A0F10B62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90323-95C8-4913-AE20-84FEDC0E9FBF}" type="datetimeFigureOut">
              <a:rPr lang="es-AR" smtClean="0"/>
              <a:t>30/5/2025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6F9259-078C-48DD-A5B5-676B7C085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426753-012A-42BF-8ABB-AF0FB76C1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EA7D-475F-4A74-8E53-36DD6A4078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34717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321356-74B2-402B-A0AF-4E2E780A0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CE5CA1-0CA6-47D1-8DA8-4464A0092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A31CEE-63F3-4E15-81C6-22AE65360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B71371B-3FBB-4B6C-A61B-F419EDA25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4C04E0D-F202-44C5-A0D5-A890C63944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13606D9-4385-481D-8C40-C6B1B6836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90323-95C8-4913-AE20-84FEDC0E9FBF}" type="datetimeFigureOut">
              <a:rPr lang="es-AR" smtClean="0"/>
              <a:t>30/5/2025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3C3F4B9-419F-4CCD-A815-8C508852B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E884A42-609F-419C-BBB5-F16D5BA55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EA7D-475F-4A74-8E53-36DD6A4078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22958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E98A2-CE51-4511-AEC7-CD369B915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C30AF4A-4A2E-45CC-A3B1-C5505F05E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90323-95C8-4913-AE20-84FEDC0E9FBF}" type="datetimeFigureOut">
              <a:rPr lang="es-AR" smtClean="0"/>
              <a:t>30/5/2025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296ADD4-8366-4737-9776-01538EDC8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E2BC2A6-5B06-4C87-ABC5-C872499D5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EA7D-475F-4A74-8E53-36DD6A4078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62489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933B127-A0F3-4F7C-93B6-FD4586096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90323-95C8-4913-AE20-84FEDC0E9FBF}" type="datetimeFigureOut">
              <a:rPr lang="es-AR" smtClean="0"/>
              <a:t>30/5/2025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2BCDEB5-54D9-4DBF-96E7-3B73370A4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293EA1-AACC-42FF-B402-0400660B0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EA7D-475F-4A74-8E53-36DD6A4078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900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21416-AB9D-4ABC-BDD0-960AFF2F5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8439A7-8F7C-42D3-8ED6-07A5C3FDF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6F79E7-70C9-425C-9464-2F3530AFC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ED836D-4C17-43EB-8F3D-CF1B6F08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90323-95C8-4913-AE20-84FEDC0E9FBF}" type="datetimeFigureOut">
              <a:rPr lang="es-AR" smtClean="0"/>
              <a:t>30/5/2025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344ABE-DD65-4AEB-987C-4C32C052B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084E05-568C-427A-B156-A772ED9D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EA7D-475F-4A74-8E53-36DD6A4078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98480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3C9D4-3BB1-45B6-99B2-7A38B757E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790BB5D-C6A4-407F-BA2D-BA7A514557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C9EC05-39C9-4949-A655-8514E9521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07ABA6-9555-4ADA-BAD5-05A23591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90323-95C8-4913-AE20-84FEDC0E9FBF}" type="datetimeFigureOut">
              <a:rPr lang="es-AR" smtClean="0"/>
              <a:t>30/5/2025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B458DC-34B9-4569-A04E-103FAABD1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CCA851-FCD5-40DD-B0C0-67C6C5288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EA7D-475F-4A74-8E53-36DD6A4078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155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338E2-7654-4D31-9F7F-2A48B7F5D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DEDCD5B-A10D-4A74-9BB2-D4712BD147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409EA1-4B62-4E80-A7B9-1A5CBD4F5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90323-95C8-4913-AE20-84FEDC0E9FBF}" type="datetimeFigureOut">
              <a:rPr lang="es-AR" smtClean="0"/>
              <a:t>30/5/2025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C5CAE9-1781-4B7C-B807-627DCA02A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400F55-6A24-4FF6-B82B-E259C689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EA7D-475F-4A74-8E53-36DD6A4078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8909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1D85A7-8320-4E7B-83C2-34E8A29B9B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A13480-4E91-4619-A891-73DED27BF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1C9E46-7615-403E-BA38-147ACAAB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90323-95C8-4913-AE20-84FEDC0E9FBF}" type="datetimeFigureOut">
              <a:rPr lang="es-AR" smtClean="0"/>
              <a:t>30/5/2025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6C7F4-E697-47A3-A147-833B2B702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7891E0-DDDF-4647-BB3C-D27023F3D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EA7D-475F-4A74-8E53-36DD6A4078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76952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E70078F-8D30-4DD9-A3F1-013BD0176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6AF0EA-8FAA-4D66-A8FA-125F62E0F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47E4AE-63A3-4329-8E0D-F4769073B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90323-95C8-4913-AE20-84FEDC0E9FBF}" type="datetimeFigureOut">
              <a:rPr lang="es-AR" smtClean="0"/>
              <a:t>30/5/2025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8E7886-050E-4FA5-BF6B-B6A5173F0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A02246-B65D-449F-B6C1-52F5FE7B16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2EA7D-475F-4A74-8E53-36DD6A4078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3048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3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989D9CB-366B-4A48-93F1-D8B34CBCD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589" y="657278"/>
            <a:ext cx="8519146" cy="554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424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9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A2899938-8A90-4859-AF6A-FBBB6DD79DBE}"/>
              </a:ext>
            </a:extLst>
          </p:cNvPr>
          <p:cNvSpPr/>
          <p:nvPr/>
        </p:nvSpPr>
        <p:spPr>
          <a:xfrm>
            <a:off x="9660413" y="242254"/>
            <a:ext cx="410009" cy="6475068"/>
          </a:xfrm>
          <a:prstGeom prst="rect">
            <a:avLst/>
          </a:prstGeom>
          <a:solidFill>
            <a:srgbClr val="F9E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AB92C10-C24D-42BE-A547-B207E903F7F2}"/>
              </a:ext>
            </a:extLst>
          </p:cNvPr>
          <p:cNvSpPr/>
          <p:nvPr/>
        </p:nvSpPr>
        <p:spPr>
          <a:xfrm rot="16200000">
            <a:off x="5765409" y="2766906"/>
            <a:ext cx="410009" cy="7697676"/>
          </a:xfrm>
          <a:prstGeom prst="rect">
            <a:avLst/>
          </a:prstGeom>
          <a:solidFill>
            <a:srgbClr val="F9E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15E3F92-78E2-4B60-9D88-7E3065001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067" y="762678"/>
            <a:ext cx="6893865" cy="543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671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EB0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DEE134F-D57E-43FC-9C2E-10D4F0947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889" y="737812"/>
            <a:ext cx="7316221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378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523CC9D-6C15-405F-B300-58C1D0212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7880"/>
            <a:ext cx="8415770" cy="597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947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9D0482B-C027-45E7-B7E6-6A1CCB692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363" y="847364"/>
            <a:ext cx="7335274" cy="516327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B928D98-BA64-4F55-ACCE-0490B1724564}"/>
              </a:ext>
            </a:extLst>
          </p:cNvPr>
          <p:cNvSpPr/>
          <p:nvPr/>
        </p:nvSpPr>
        <p:spPr>
          <a:xfrm>
            <a:off x="2025748" y="773723"/>
            <a:ext cx="478301" cy="52613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71850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64B8D67-F722-4D9C-9B82-824B45910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384" y="539175"/>
            <a:ext cx="8311232" cy="577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74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A0D293A-DCB6-47B7-8360-A6855726B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359" y="0"/>
            <a:ext cx="9027281" cy="645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581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3613B28-848F-4B6E-964F-BB159ADDB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475" y="0"/>
            <a:ext cx="89390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4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C5AAD8-3758-4557-A0B4-D34A0987C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43" y="541018"/>
            <a:ext cx="10498204" cy="577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190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073D23B-4501-41FA-91DD-A0E6D8993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32" y="220621"/>
            <a:ext cx="11915335" cy="641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54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CECA86D-2B5F-4B3E-8AAB-126595C78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745" y="1244873"/>
            <a:ext cx="9553003" cy="436825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44C5F8A4-B9B7-48B4-997D-B76F2AC3B8EF}"/>
              </a:ext>
            </a:extLst>
          </p:cNvPr>
          <p:cNvSpPr/>
          <p:nvPr/>
        </p:nvSpPr>
        <p:spPr>
          <a:xfrm>
            <a:off x="904197" y="1059343"/>
            <a:ext cx="9797551" cy="3180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36071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4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7634F12-6C24-4594-968F-923D75642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14" y="377010"/>
            <a:ext cx="9071371" cy="6103979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25DDC25-6176-45F2-A8AF-FBE1FBC23673}"/>
              </a:ext>
            </a:extLst>
          </p:cNvPr>
          <p:cNvSpPr/>
          <p:nvPr/>
        </p:nvSpPr>
        <p:spPr>
          <a:xfrm>
            <a:off x="1388012" y="95656"/>
            <a:ext cx="9243674" cy="377010"/>
          </a:xfrm>
          <a:prstGeom prst="rect">
            <a:avLst/>
          </a:prstGeom>
          <a:solidFill>
            <a:srgbClr val="3334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7F47828-8363-4793-B939-FE93A8FAFA4E}"/>
              </a:ext>
            </a:extLst>
          </p:cNvPr>
          <p:cNvSpPr/>
          <p:nvPr/>
        </p:nvSpPr>
        <p:spPr>
          <a:xfrm>
            <a:off x="5830956" y="6255702"/>
            <a:ext cx="530087" cy="377010"/>
          </a:xfrm>
          <a:prstGeom prst="ellipse">
            <a:avLst/>
          </a:prstGeom>
          <a:solidFill>
            <a:srgbClr val="3334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50515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532C63B-C992-4B1B-A1B1-A42964450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913" y="104185"/>
            <a:ext cx="8866173" cy="664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05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3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4D9A6F-29A6-4DCF-A438-3B0ABE907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96" y="1056744"/>
            <a:ext cx="11624812" cy="404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563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Panorámica</PresentationFormat>
  <Paragraphs>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hectoraliende@outlook.com</cp:lastModifiedBy>
  <cp:revision>6</cp:revision>
  <dcterms:created xsi:type="dcterms:W3CDTF">2025-05-29T17:18:24Z</dcterms:created>
  <dcterms:modified xsi:type="dcterms:W3CDTF">2025-05-30T22:15:58Z</dcterms:modified>
</cp:coreProperties>
</file>